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8ecd04ed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8ecd04ed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ecd04ed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8ecd04ed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8ecd04ed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d8ecd04ed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8ecd04ed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8ecd04ed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8ecd04ed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8ecd04ed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8ecd04ed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8ecd04ed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8ecd04ed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8ecd04ed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8ecd04ed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d8ecd04ed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8ecd04ed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d8ecd04ed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8ecd04ed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d8ecd04ed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8ecd04ed8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8ecd04ed8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8ecd04ed8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d8ecd04ed8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8ecd04ed8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8ecd04ed8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8ecd04ed8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d8ecd04ed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8ecd04ed8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d8ecd04ed8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8ecd04ed8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d8ecd04ed8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8ecd04ed8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d8ecd04ed8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8ecd04ed8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d8ecd04ed8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8ecd04ed8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d8ecd04ed8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8ecd04ed8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d8ecd04ed8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4170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5000"/>
              <a:t>Dia C++</a:t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300"/>
              <a:t>Disciplina: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300"/>
              <a:t>Técnicas de Programação 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300"/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300"/>
              <a:t>     Turma: S73</a:t>
            </a:r>
            <a:endParaRPr sz="3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0825" y="3573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dk1"/>
                </a:solidFill>
              </a:rPr>
              <a:t>Arthur Ferrari Ulbrich e Heitor Garcia Piovan</a:t>
            </a:r>
            <a:endParaRPr b="1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de Requisitos Funcionais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8650"/>
            <a:ext cx="4507951" cy="40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7950" y="618650"/>
            <a:ext cx="4636050" cy="130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950" y="1921425"/>
            <a:ext cx="4636050" cy="27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13" y="4633575"/>
            <a:ext cx="8972574" cy="4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de Requisitos Conceituais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0775"/>
            <a:ext cx="4507949" cy="7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29800"/>
            <a:ext cx="4507949" cy="1184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414225"/>
            <a:ext cx="4507949" cy="255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6044" y="510769"/>
            <a:ext cx="4507949" cy="184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6044" y="2353775"/>
            <a:ext cx="4507951" cy="1181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28663" y="3535525"/>
            <a:ext cx="4522724" cy="12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36044" y="3658175"/>
            <a:ext cx="4507951" cy="478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Tabela de Requisitos Conceituais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3375"/>
            <a:ext cx="4497900" cy="16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98325"/>
            <a:ext cx="4497900" cy="152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700" y="673375"/>
            <a:ext cx="4341300" cy="2715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Tabela de Requisitos Conceituais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2475"/>
            <a:ext cx="4500550" cy="13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8550"/>
            <a:ext cx="4611425" cy="31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3450" y="732475"/>
            <a:ext cx="4500549" cy="24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de Requisitos Conceituais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0775"/>
            <a:ext cx="4500549" cy="152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550" y="510775"/>
            <a:ext cx="4500549" cy="1953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986125"/>
            <a:ext cx="9144001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376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740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7725" y="0"/>
            <a:ext cx="59662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0"/>
            <a:ext cx="645794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75" y="0"/>
            <a:ext cx="80062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800" y="0"/>
            <a:ext cx="61337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pt-BR" sz="2000"/>
              <a:t>Conclusão Geral dos Resultados Alcançados</a:t>
            </a:r>
            <a:endParaRPr b="1" sz="222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0" y="747925"/>
            <a:ext cx="6363000" cy="24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pt-BR" sz="1500">
                <a:solidFill>
                  <a:schemeClr val="dk1"/>
                </a:solidFill>
              </a:rPr>
              <a:t>O desenvolvimento do jogo em C++ com POO e SFML permitiu a aplicação de conceitos essenciais, resultando no cumprimento de 100% dos requisitos funcionais e na implementação de 80% dos conceitos previstos. A modelagem em UML facilitou a organização do projeto, garantindo um design estruturado e eficiente. O método simplificado de engenharia de software possibilitou um desenvolvimento controlado e produtivo. O projeto consolidou conhecimentos vistos ao longo da disciplina e reforçou boas práticas de programação, projeto e trabalho em equipe, garantindo um aprendizado significativo.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69525"/>
            <a:ext cx="9144001" cy="430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43150"/>
            <a:ext cx="9144001" cy="7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